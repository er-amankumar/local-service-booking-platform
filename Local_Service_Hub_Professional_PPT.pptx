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20840" y="0"/>
            <a:ext cx="22860" cy="6858000"/>
          </a:xfrm>
          <a:prstGeom prst="rect">
            <a:avLst/>
          </a:prstGeom>
          <a:solidFill>
            <a:srgbClr val="46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0"/>
            <a:ext cx="54479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43700" y="0"/>
            <a:ext cx="5447995" cy="685800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38912"/>
            <a:ext cx="2194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46BEA7"/>
                </a:solidFill>
                <a:latin typeface="Aptos"/>
              </a:rPr>
              <a:t>MINI PROJECT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658368" cy="41148"/>
          </a:xfrm>
          <a:prstGeom prst="rect">
            <a:avLst/>
          </a:prstGeom>
          <a:solidFill>
            <a:srgbClr val="FF6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5303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8FAF9"/>
                </a:solidFill>
                <a:latin typeface="Aptos"/>
              </a:rPr>
              <a:t>LOCAL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46BEA7"/>
                </a:solidFill>
                <a:latin typeface="Aptos"/>
              </a:rPr>
              <a:t>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542032"/>
            <a:ext cx="5394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B4C6CD"/>
                </a:solidFill>
                <a:latin typeface="Aptos"/>
              </a:rPr>
              <a:t>Local Service Booking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90672"/>
            <a:ext cx="5074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8FAF9"/>
                </a:solidFill>
                <a:latin typeface="Aptos"/>
              </a:rPr>
              <a:t>A trusted platform to discover, compare and book
verified local professionals.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968496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46BEA7"/>
                </a:solidFill>
                <a:latin typeface="Aptos"/>
              </a:rPr>
              <a:t>TEAM MEMBERS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43400"/>
            <a:ext cx="2670048" cy="658368"/>
          </a:xfrm>
          <a:prstGeom prst="roundRect">
            <a:avLst/>
          </a:prstGeom>
          <a:solidFill>
            <a:srgbClr val="0D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416552"/>
            <a:ext cx="239572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8FAF9"/>
                </a:solidFill>
                <a:latin typeface="Aptos"/>
              </a:rPr>
              <a:t>Aman Kumar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681728"/>
            <a:ext cx="239572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4C6CD"/>
                </a:solidFill>
                <a:latin typeface="Aptos"/>
              </a:rPr>
              <a:t>Roll No. 2500970109004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4343400"/>
            <a:ext cx="2670048" cy="658368"/>
          </a:xfrm>
          <a:prstGeom prst="roundRect">
            <a:avLst/>
          </a:prstGeom>
          <a:solidFill>
            <a:srgbClr val="0D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4416552"/>
            <a:ext cx="239572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8FAF9"/>
                </a:solidFill>
                <a:latin typeface="Aptos"/>
              </a:rPr>
              <a:t>Prakash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681728"/>
            <a:ext cx="239572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4C6CD"/>
                </a:solidFill>
                <a:latin typeface="Aptos"/>
              </a:rPr>
              <a:t>Roll No. 2500970109017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4920"/>
            <a:ext cx="2670048" cy="658368"/>
          </a:xfrm>
          <a:prstGeom prst="roundRect">
            <a:avLst/>
          </a:prstGeom>
          <a:solidFill>
            <a:srgbClr val="0D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148072"/>
            <a:ext cx="239572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8FAF9"/>
                </a:solidFill>
                <a:latin typeface="Aptos"/>
              </a:rPr>
              <a:t>Ayush Rathour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413248"/>
            <a:ext cx="239572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4C6CD"/>
                </a:solidFill>
                <a:latin typeface="Aptos"/>
              </a:rPr>
              <a:t>Roll No. 2500970109005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5074920"/>
            <a:ext cx="2670048" cy="658368"/>
          </a:xfrm>
          <a:prstGeom prst="roundRect">
            <a:avLst/>
          </a:prstGeom>
          <a:solidFill>
            <a:srgbClr val="0D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7872" y="5148072"/>
            <a:ext cx="239572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8FAF9"/>
                </a:solidFill>
                <a:latin typeface="Aptos"/>
              </a:rPr>
              <a:t>Akash Rai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5413248"/>
            <a:ext cx="239572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4C6CD"/>
                </a:solidFill>
                <a:latin typeface="Aptos"/>
              </a:rPr>
              <a:t>Roll No. 2500970109003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989320"/>
            <a:ext cx="53949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8FAF9"/>
                </a:solidFill>
                <a:latin typeface="Aptos"/>
              </a:rPr>
              <a:t>B.Tech – Computer Science &amp; Engineering (CSE-A)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6291072"/>
            <a:ext cx="53949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B4C6CD"/>
                </a:solidFill>
                <a:latin typeface="Aptos"/>
              </a:rPr>
              <a:t>Galgotias College of Engineering and Technology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530352"/>
            <a:ext cx="1463040" cy="365760"/>
          </a:xfrm>
          <a:prstGeom prst="roundRect">
            <a:avLst/>
          </a:prstGeom>
          <a:solidFill>
            <a:srgbClr val="081E30"/>
          </a:solidFill>
          <a:ln>
            <a:solidFill>
              <a:srgbClr val="46B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566928"/>
            <a:ext cx="1335024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8FAF9"/>
                </a:solidFill>
                <a:latin typeface="Aptos"/>
              </a:rPr>
              <a:t>LOCAL • VERIFIED • 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